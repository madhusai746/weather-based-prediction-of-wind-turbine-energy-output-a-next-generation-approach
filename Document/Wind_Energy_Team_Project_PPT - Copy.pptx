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8" r:id="rId5"/>
    <p:sldId id="260" r:id="rId6"/>
    <p:sldId id="261" r:id="rId7"/>
    <p:sldId id="262" r:id="rId8"/>
    <p:sldId id="263" r:id="rId9"/>
    <p:sldId id="267" r:id="rId10"/>
    <p:sldId id="268" r:id="rId11"/>
    <p:sldId id="264" r:id="rId12"/>
    <p:sldId id="26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4660"/>
  </p:normalViewPr>
  <p:slideViewPr>
    <p:cSldViewPr snapToGrid="0" snapToObjects="1">
      <p:cViewPr varScale="1">
        <p:scale>
          <a:sx n="78" d="100"/>
          <a:sy n="78" d="100"/>
        </p:scale>
        <p:origin x="191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t>Weather-Based Prediction of Wind Turbine Energy Output</a:t>
            </a:r>
          </a:p>
        </p:txBody>
      </p:sp>
      <p:sp>
        <p:nvSpPr>
          <p:cNvPr id="3" name="Content Placeholder 2"/>
          <p:cNvSpPr>
            <a:spLocks noGrp="1"/>
          </p:cNvSpPr>
          <p:nvPr>
            <p:ph idx="1"/>
          </p:nvPr>
        </p:nvSpPr>
        <p:spPr/>
        <p:txBody>
          <a:bodyPr>
            <a:normAutofit lnSpcReduction="10000"/>
          </a:bodyPr>
          <a:lstStyle/>
          <a:p>
            <a:pPr marL="0" indent="0">
              <a:buNone/>
            </a:pPr>
            <a:r>
              <a:rPr b="1" dirty="0"/>
              <a:t>Domain: </a:t>
            </a:r>
            <a:r>
              <a:rPr dirty="0"/>
              <a:t>Artificial Intelligence &amp; Machine </a:t>
            </a:r>
            <a:r>
              <a:rPr lang="en-US" dirty="0"/>
              <a:t> 					  </a:t>
            </a:r>
            <a:r>
              <a:rPr dirty="0"/>
              <a:t>Learning</a:t>
            </a:r>
          </a:p>
          <a:p>
            <a:pPr marL="0" indent="0">
              <a:buNone/>
            </a:pPr>
            <a:r>
              <a:rPr b="1" dirty="0"/>
              <a:t>Team ID: </a:t>
            </a:r>
            <a:r>
              <a:rPr lang="en-IN" dirty="0"/>
              <a:t>LTVIP2026TMIDS58370</a:t>
            </a:r>
          </a:p>
          <a:p>
            <a:pPr marL="0" indent="0">
              <a:buNone/>
            </a:pPr>
            <a:r>
              <a:rPr b="1" dirty="0"/>
              <a:t>Team Leader: </a:t>
            </a:r>
            <a:r>
              <a:rPr lang="en-IN" dirty="0" err="1"/>
              <a:t>Basireddy</a:t>
            </a:r>
            <a:r>
              <a:rPr lang="en-IN" dirty="0"/>
              <a:t> Shalini</a:t>
            </a:r>
            <a:endParaRPr dirty="0"/>
          </a:p>
          <a:p>
            <a:pPr marL="0" indent="0">
              <a:buNone/>
            </a:pPr>
            <a:r>
              <a:rPr b="1" dirty="0"/>
              <a:t>Team Members:</a:t>
            </a:r>
          </a:p>
          <a:p>
            <a:pPr lvl="2"/>
            <a:r>
              <a:rPr lang="en-IN" sz="3200" dirty="0"/>
              <a:t>K Chandu</a:t>
            </a:r>
          </a:p>
          <a:p>
            <a:pPr lvl="2"/>
            <a:r>
              <a:rPr lang="en-IN" sz="3200" dirty="0"/>
              <a:t>N Bindu Swarupa</a:t>
            </a:r>
          </a:p>
          <a:p>
            <a:pPr lvl="2"/>
            <a:r>
              <a:rPr lang="en-IN" sz="3200" dirty="0"/>
              <a:t>Y Tejasree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E2E7-1630-A551-43A1-F3046D552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355FC-5D2B-BB78-8634-6887AEF5470A}"/>
              </a:ext>
            </a:extLst>
          </p:cNvPr>
          <p:cNvSpPr>
            <a:spLocks noGrp="1"/>
          </p:cNvSpPr>
          <p:nvPr>
            <p:ph type="title"/>
          </p:nvPr>
        </p:nvSpPr>
        <p:spPr/>
        <p:txBody>
          <a:bodyPr>
            <a:normAutofit/>
          </a:bodyPr>
          <a:lstStyle/>
          <a:p>
            <a:r>
              <a:rPr lang="en-IN" dirty="0"/>
              <a:t>Problem Statement</a:t>
            </a:r>
            <a:endParaRPr b="1" dirty="0"/>
          </a:p>
        </p:txBody>
      </p:sp>
      <p:sp>
        <p:nvSpPr>
          <p:cNvPr id="3" name="Content Placeholder 2">
            <a:extLst>
              <a:ext uri="{FF2B5EF4-FFF2-40B4-BE49-F238E27FC236}">
                <a16:creationId xmlns:a16="http://schemas.microsoft.com/office/drawing/2014/main" id="{80F6E237-4D13-6855-A2CA-4E5FD5099DE3}"/>
              </a:ext>
            </a:extLst>
          </p:cNvPr>
          <p:cNvSpPr>
            <a:spLocks noGrp="1"/>
          </p:cNvSpPr>
          <p:nvPr>
            <p:ph idx="1"/>
          </p:nvPr>
        </p:nvSpPr>
        <p:spPr/>
        <p:txBody>
          <a:bodyPr>
            <a:normAutofit/>
          </a:bodyPr>
          <a:lstStyle/>
          <a:p>
            <a:pPr marL="0" indent="0">
              <a:buNone/>
            </a:pPr>
            <a:r>
              <a:rPr lang="en-US" dirty="0"/>
              <a:t>Wind energy output changes frequently because of varying weather conditions. Therefore, an automated and reliable prediction system is required.</a:t>
            </a:r>
          </a:p>
        </p:txBody>
      </p:sp>
    </p:spTree>
    <p:extLst>
      <p:ext uri="{BB962C8B-B14F-4D97-AF65-F5344CB8AC3E}">
        <p14:creationId xmlns:p14="http://schemas.microsoft.com/office/powerpoint/2010/main" val="1705632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Abstract</a:t>
            </a:r>
          </a:p>
        </p:txBody>
      </p:sp>
      <p:sp>
        <p:nvSpPr>
          <p:cNvPr id="3" name="Content Placeholder 2"/>
          <p:cNvSpPr>
            <a:spLocks noGrp="1"/>
          </p:cNvSpPr>
          <p:nvPr>
            <p:ph idx="1"/>
          </p:nvPr>
        </p:nvSpPr>
        <p:spPr>
          <a:xfrm>
            <a:off x="457200" y="1492046"/>
            <a:ext cx="8229600" cy="4525963"/>
          </a:xfrm>
        </p:spPr>
        <p:txBody>
          <a:bodyPr>
            <a:normAutofit fontScale="85000" lnSpcReduction="10000"/>
          </a:bodyPr>
          <a:lstStyle/>
          <a:p>
            <a:pPr marL="0" indent="0" algn="just">
              <a:buNone/>
            </a:pPr>
            <a:r>
              <a:rPr lang="en-US" sz="2400" dirty="0"/>
              <a:t>This project focuses on predicting wind turbine energy output using weather data such as wind speed, temperature, humidity, and pressure. Wind energy production changes frequently due to varying weather conditions, making accurate forecasting essential. Machine learning models are trained using historical weather and power generation data. The trained model learns the relationship between environmental factors and energy output. It can then predict future power generation with good accuracy. </a:t>
            </a:r>
          </a:p>
          <a:p>
            <a:pPr marL="0" indent="0" algn="just">
              <a:buNone/>
            </a:pPr>
            <a:r>
              <a:rPr lang="en-US" sz="2400" dirty="0"/>
              <a:t>This helps energy companies plan electricity production more effectively. The system also supports wind farm operators in scheduling maintenance during low-energy periods. This reduces downtime and improves efficiency. Grid operators can use predictions to balance electricity supply. Other energy sources can be adjusted accordingly. A web-based interface is provided for easy usage. Users enter weather values and get instant predictions. The system is simple, fast, and reliable. This project supports renewable energy optimization and sustainable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p:txBody>
          <a:bodyPr>
            <a:normAutofit/>
          </a:bodyPr>
          <a:lstStyle/>
          <a:p>
            <a:pPr marL="0" indent="0" algn="just">
              <a:buNone/>
            </a:pPr>
            <a:r>
              <a:rPr lang="en-US" sz="2400" dirty="0"/>
              <a:t>Wind energy is one of the most important renewable energy sources used for power generation today. It helps in reducing pollution and dependence on fossil fuels. Wind turbines convert the kinetic energy of wind into electrical energy. However, wind speed and weather conditions change continuously. These changes cause fluctuations in power generation. Accurate prediction of wind energy output is therefore essential. Machine learning techniques can analyze large volumes of data. They help in forecasting wind power more efficiently and reliably.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normAutofit/>
          </a:bodyPr>
          <a:lstStyle/>
          <a:p>
            <a:pPr marL="0" indent="0">
              <a:buNone/>
            </a:pPr>
            <a:r>
              <a:rPr lang="en-US" sz="2400" dirty="0"/>
              <a:t>• To build a wind energy output prediction system.</a:t>
            </a:r>
            <a:br>
              <a:rPr lang="en-US" sz="2400" dirty="0"/>
            </a:br>
            <a:r>
              <a:rPr lang="en-US" sz="2400" dirty="0"/>
              <a:t>• To use weather data for predicting power   generation.</a:t>
            </a:r>
            <a:br>
              <a:rPr lang="en-US" sz="2400" dirty="0"/>
            </a:br>
            <a:r>
              <a:rPr lang="en-US" sz="2400" dirty="0"/>
              <a:t>• To implement machine learning models using 	Python.</a:t>
            </a:r>
            <a:br>
              <a:rPr lang="en-US" sz="2400" dirty="0"/>
            </a:br>
            <a:r>
              <a:rPr lang="en-US" sz="2400" dirty="0"/>
              <a:t>• To develop a web application using Flask.</a:t>
            </a:r>
            <a:br>
              <a:rPr lang="en-US" sz="2400" dirty="0"/>
            </a:br>
            <a:r>
              <a:rPr lang="en-US" sz="2400" dirty="0"/>
              <a:t>• To create an API for prediction service.</a:t>
            </a:r>
            <a:br>
              <a:rPr lang="en-US" sz="2400" dirty="0"/>
            </a:br>
            <a:r>
              <a:rPr lang="en-US" sz="2400" dirty="0"/>
              <a:t>• To provide fast and accurate energy forecasts.</a:t>
            </a:r>
            <a:br>
              <a:rPr lang="en-US" sz="2400" dirty="0"/>
            </a:br>
            <a:r>
              <a:rPr lang="en-US" sz="2400" dirty="0"/>
              <a:t>• To support efficient renewable energy 	management.</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normAutofit/>
          </a:bodyPr>
          <a:lstStyle/>
          <a:p>
            <a:pPr marL="0" indent="0">
              <a:buNone/>
            </a:pPr>
            <a:r>
              <a:rPr lang="en-IN" sz="2800" dirty="0"/>
              <a:t>• </a:t>
            </a:r>
            <a:r>
              <a:rPr lang="en-IN" sz="2800" b="1" dirty="0"/>
              <a:t>Programming Language:</a:t>
            </a:r>
            <a:r>
              <a:rPr lang="en-IN" sz="2800" dirty="0"/>
              <a:t> Python</a:t>
            </a:r>
            <a:br>
              <a:rPr lang="en-IN" sz="2800" dirty="0"/>
            </a:br>
            <a:r>
              <a:rPr lang="en-IN" sz="2800" dirty="0"/>
              <a:t>• </a:t>
            </a:r>
            <a:r>
              <a:rPr lang="en-IN" sz="2800" b="1" dirty="0"/>
              <a:t>Web Framework:</a:t>
            </a:r>
            <a:r>
              <a:rPr lang="en-IN" sz="2800" dirty="0"/>
              <a:t> Flask</a:t>
            </a:r>
            <a:br>
              <a:rPr lang="en-IN" sz="2800" dirty="0"/>
            </a:br>
            <a:r>
              <a:rPr lang="en-IN" sz="2800" dirty="0"/>
              <a:t>• </a:t>
            </a:r>
            <a:r>
              <a:rPr lang="en-IN" sz="2800" b="1" dirty="0"/>
              <a:t>Machine Learning Library:</a:t>
            </a:r>
            <a:r>
              <a:rPr lang="en-IN" sz="2800" dirty="0"/>
              <a:t> Scikit-learn</a:t>
            </a:r>
            <a:br>
              <a:rPr lang="en-IN" sz="2800" dirty="0"/>
            </a:br>
            <a:r>
              <a:rPr lang="en-IN" sz="2800" dirty="0"/>
              <a:t>• </a:t>
            </a:r>
            <a:r>
              <a:rPr lang="en-IN" sz="2800" b="1" dirty="0"/>
              <a:t>Data Processing:</a:t>
            </a:r>
            <a:r>
              <a:rPr lang="en-IN" sz="2800" dirty="0"/>
              <a:t> Pandas, NumPy</a:t>
            </a:r>
            <a:br>
              <a:rPr lang="en-IN" sz="2800" dirty="0"/>
            </a:br>
            <a:r>
              <a:rPr lang="en-IN" sz="2800" dirty="0"/>
              <a:t>• </a:t>
            </a:r>
            <a:r>
              <a:rPr lang="en-IN" sz="2800" b="1" dirty="0"/>
              <a:t>API Integration:</a:t>
            </a:r>
            <a:r>
              <a:rPr lang="en-IN" sz="2800" dirty="0"/>
              <a:t> Flask REST API</a:t>
            </a:r>
            <a:br>
              <a:rPr lang="en-IN" sz="2800" dirty="0"/>
            </a:br>
            <a:r>
              <a:rPr lang="en-IN" sz="2800" dirty="0"/>
              <a:t>• </a:t>
            </a:r>
            <a:r>
              <a:rPr lang="en-IN" sz="2800" b="1" dirty="0"/>
              <a:t>Frontend:</a:t>
            </a:r>
            <a:r>
              <a:rPr lang="en-IN" sz="2800" dirty="0"/>
              <a:t> HTML, CSS</a:t>
            </a:r>
            <a:br>
              <a:rPr lang="en-IN" sz="2800" dirty="0"/>
            </a:br>
            <a:r>
              <a:rPr lang="en-IN" sz="2800" dirty="0"/>
              <a:t>• </a:t>
            </a:r>
            <a:r>
              <a:rPr lang="en-IN" sz="2800" b="1" dirty="0"/>
              <a:t>Development Tools:</a:t>
            </a:r>
            <a:r>
              <a:rPr lang="en-IN" sz="2800" dirty="0"/>
              <a:t> VS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Workflow</a:t>
            </a:r>
          </a:p>
        </p:txBody>
      </p:sp>
      <p:pic>
        <p:nvPicPr>
          <p:cNvPr id="5" name="Content Placeholder 4">
            <a:extLst>
              <a:ext uri="{FF2B5EF4-FFF2-40B4-BE49-F238E27FC236}">
                <a16:creationId xmlns:a16="http://schemas.microsoft.com/office/drawing/2014/main" id="{56D1688A-8D48-F5A3-6225-59C8B1F988C7}"/>
              </a:ext>
            </a:extLst>
          </p:cNvPr>
          <p:cNvPicPr>
            <a:picLocks noGrp="1" noChangeAspect="1"/>
          </p:cNvPicPr>
          <p:nvPr>
            <p:ph idx="1"/>
          </p:nvPr>
        </p:nvPicPr>
        <p:blipFill>
          <a:blip r:embed="rId2"/>
          <a:stretch>
            <a:fillRect/>
          </a:stretch>
        </p:blipFill>
        <p:spPr>
          <a:xfrm>
            <a:off x="1177528" y="1600200"/>
            <a:ext cx="6788944" cy="4525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71" y="731837"/>
            <a:ext cx="8229600" cy="857199"/>
          </a:xfrm>
        </p:spPr>
        <p:txBody>
          <a:bodyPr/>
          <a:lstStyle/>
          <a:p>
            <a:r>
              <a:rPr dirty="0"/>
              <a:t>Results</a:t>
            </a:r>
          </a:p>
        </p:txBody>
      </p:sp>
      <p:sp>
        <p:nvSpPr>
          <p:cNvPr id="3" name="Content Placeholder 2"/>
          <p:cNvSpPr>
            <a:spLocks noGrp="1"/>
          </p:cNvSpPr>
          <p:nvPr>
            <p:ph idx="1"/>
          </p:nvPr>
        </p:nvSpPr>
        <p:spPr/>
        <p:txBody>
          <a:bodyPr>
            <a:normAutofit/>
          </a:bodyPr>
          <a:lstStyle/>
          <a:p>
            <a:pPr marL="0" indent="0">
              <a:buNone/>
            </a:pPr>
            <a:r>
              <a:rPr lang="en-US" sz="2400" dirty="0"/>
              <a:t>• The system accurately predicts wind turbine   energy output.</a:t>
            </a:r>
            <a:br>
              <a:rPr lang="en-US" sz="2400" dirty="0"/>
            </a:br>
            <a:r>
              <a:rPr lang="en-US" sz="2400" dirty="0"/>
              <a:t>• Predictions are generated in real time.</a:t>
            </a:r>
            <a:br>
              <a:rPr lang="en-US" sz="2400" dirty="0"/>
            </a:br>
            <a:r>
              <a:rPr lang="en-US" sz="2400" dirty="0"/>
              <a:t>• Machine learning model performs well on test   data.</a:t>
            </a:r>
            <a:br>
              <a:rPr lang="en-US" sz="2400" dirty="0"/>
            </a:br>
            <a:r>
              <a:rPr lang="en-US" sz="2400" dirty="0"/>
              <a:t>• Web application provides user-friendly interface.</a:t>
            </a:r>
            <a:br>
              <a:rPr lang="en-US" sz="2400" dirty="0"/>
            </a:br>
            <a:r>
              <a:rPr lang="en-US" sz="2400" dirty="0"/>
              <a:t>• Helps in efficient energy planning.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E4982-BD04-FFAC-1BBA-189B877DF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8851A-F765-4382-904D-F699C2B1BE86}"/>
              </a:ext>
            </a:extLst>
          </p:cNvPr>
          <p:cNvSpPr>
            <a:spLocks noGrp="1"/>
          </p:cNvSpPr>
          <p:nvPr>
            <p:ph type="title"/>
          </p:nvPr>
        </p:nvSpPr>
        <p:spPr>
          <a:xfrm>
            <a:off x="113071" y="731837"/>
            <a:ext cx="8229600" cy="857199"/>
          </a:xfrm>
        </p:spPr>
        <p:txBody>
          <a:bodyPr>
            <a:noAutofit/>
          </a:bodyPr>
          <a:lstStyle/>
          <a:p>
            <a:r>
              <a:rPr lang="en-US" sz="3600" dirty="0"/>
              <a:t>Output Screenshots – 1 (Web Interface)</a:t>
            </a:r>
            <a:endParaRPr sz="3600" dirty="0"/>
          </a:p>
        </p:txBody>
      </p:sp>
      <p:pic>
        <p:nvPicPr>
          <p:cNvPr id="5" name="Content Placeholder 4">
            <a:extLst>
              <a:ext uri="{FF2B5EF4-FFF2-40B4-BE49-F238E27FC236}">
                <a16:creationId xmlns:a16="http://schemas.microsoft.com/office/drawing/2014/main" id="{955B3B24-FE69-EB9B-271B-25371392F2A3}"/>
              </a:ext>
            </a:extLst>
          </p:cNvPr>
          <p:cNvPicPr>
            <a:picLocks noGrp="1" noChangeAspect="1"/>
          </p:cNvPicPr>
          <p:nvPr>
            <p:ph idx="1"/>
          </p:nvPr>
        </p:nvPicPr>
        <p:blipFill>
          <a:blip r:embed="rId2"/>
          <a:stretch>
            <a:fillRect/>
          </a:stretch>
        </p:blipFill>
        <p:spPr>
          <a:xfrm>
            <a:off x="457200" y="1656757"/>
            <a:ext cx="8229600" cy="4412849"/>
          </a:xfrm>
          <a:prstGeom prst="rect">
            <a:avLst/>
          </a:prstGeom>
        </p:spPr>
      </p:pic>
    </p:spTree>
    <p:extLst>
      <p:ext uri="{BB962C8B-B14F-4D97-AF65-F5344CB8AC3E}">
        <p14:creationId xmlns:p14="http://schemas.microsoft.com/office/powerpoint/2010/main" val="4112978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469B7-1D44-3B10-88FF-097611778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27A76-016D-E9E4-5182-321713342849}"/>
              </a:ext>
            </a:extLst>
          </p:cNvPr>
          <p:cNvSpPr>
            <a:spLocks noGrp="1"/>
          </p:cNvSpPr>
          <p:nvPr>
            <p:ph type="title"/>
          </p:nvPr>
        </p:nvSpPr>
        <p:spPr>
          <a:xfrm>
            <a:off x="113071" y="731837"/>
            <a:ext cx="8229600" cy="857199"/>
          </a:xfrm>
        </p:spPr>
        <p:txBody>
          <a:bodyPr>
            <a:noAutofit/>
          </a:bodyPr>
          <a:lstStyle/>
          <a:p>
            <a:r>
              <a:rPr lang="en-US" sz="3600" dirty="0"/>
              <a:t>Output Screenshots – 2 (Prediction Results)</a:t>
            </a:r>
            <a:endParaRPr sz="3600" dirty="0"/>
          </a:p>
        </p:txBody>
      </p:sp>
      <p:pic>
        <p:nvPicPr>
          <p:cNvPr id="7" name="Content Placeholder 6">
            <a:extLst>
              <a:ext uri="{FF2B5EF4-FFF2-40B4-BE49-F238E27FC236}">
                <a16:creationId xmlns:a16="http://schemas.microsoft.com/office/drawing/2014/main" id="{FCE11C56-A489-BDEA-8715-CAA72FFECAB9}"/>
              </a:ext>
            </a:extLst>
          </p:cNvPr>
          <p:cNvPicPr>
            <a:picLocks noGrp="1" noChangeAspect="1"/>
          </p:cNvPicPr>
          <p:nvPr>
            <p:ph idx="1"/>
          </p:nvPr>
        </p:nvPicPr>
        <p:blipFill>
          <a:blip r:embed="rId2"/>
          <a:stretch>
            <a:fillRect/>
          </a:stretch>
        </p:blipFill>
        <p:spPr>
          <a:xfrm>
            <a:off x="457200" y="1664040"/>
            <a:ext cx="8229600" cy="4398282"/>
          </a:xfrm>
          <a:prstGeom prst="rect">
            <a:avLst/>
          </a:prstGeom>
        </p:spPr>
      </p:pic>
    </p:spTree>
    <p:extLst>
      <p:ext uri="{BB962C8B-B14F-4D97-AF65-F5344CB8AC3E}">
        <p14:creationId xmlns:p14="http://schemas.microsoft.com/office/powerpoint/2010/main" val="2275507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pPr marL="0" indent="0">
              <a:buNone/>
            </a:pPr>
            <a:r>
              <a:rPr lang="en-US" sz="2400" dirty="0"/>
              <a:t>• Machine learning is effective for wind energy prediction.</a:t>
            </a:r>
            <a:br>
              <a:rPr lang="en-US" sz="2400" dirty="0"/>
            </a:br>
            <a:r>
              <a:rPr lang="en-US" sz="2400" dirty="0"/>
              <a:t>• The system improves forecasting accuracy.</a:t>
            </a:r>
            <a:br>
              <a:rPr lang="en-US" sz="2400" dirty="0"/>
            </a:br>
            <a:r>
              <a:rPr lang="en-US" sz="2400" dirty="0"/>
              <a:t>• It supports renewable energy management.</a:t>
            </a:r>
            <a:br>
              <a:rPr lang="en-US" sz="2400" dirty="0"/>
            </a:br>
            <a:r>
              <a:rPr lang="en-US" sz="2400" dirty="0"/>
              <a:t>• Helps reduce power loss and wastage.</a:t>
            </a:r>
            <a:br>
              <a:rPr lang="en-US" sz="2400" dirty="0"/>
            </a:br>
            <a:r>
              <a:rPr lang="en-US" sz="2400" dirty="0"/>
              <a:t>• Can be extended with real-time weather APIs.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3CF72-241D-2389-DE87-9469B04EF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97F88-90D3-B02A-5A6B-EB199BD1F6D4}"/>
              </a:ext>
            </a:extLst>
          </p:cNvPr>
          <p:cNvSpPr>
            <a:spLocks noGrp="1"/>
          </p:cNvSpPr>
          <p:nvPr>
            <p:ph type="title" idx="4294967295"/>
          </p:nvPr>
        </p:nvSpPr>
        <p:spPr>
          <a:xfrm>
            <a:off x="186814" y="2761303"/>
            <a:ext cx="8229600" cy="1143000"/>
          </a:xfrm>
        </p:spPr>
        <p:txBody>
          <a:bodyPr/>
          <a:lstStyle/>
          <a:p>
            <a:r>
              <a:rPr lang="en-US" b="1" dirty="0"/>
              <a:t>Thank you</a:t>
            </a:r>
            <a:endParaRPr b="1" dirty="0"/>
          </a:p>
        </p:txBody>
      </p:sp>
      <p:sp>
        <p:nvSpPr>
          <p:cNvPr id="3" name="Content Placeholder 2">
            <a:extLst>
              <a:ext uri="{FF2B5EF4-FFF2-40B4-BE49-F238E27FC236}">
                <a16:creationId xmlns:a16="http://schemas.microsoft.com/office/drawing/2014/main" id="{64913B83-5463-5DAA-6251-D1F792576EB2}"/>
              </a:ext>
            </a:extLst>
          </p:cNvPr>
          <p:cNvSpPr>
            <a:spLocks noGrp="1"/>
          </p:cNvSpPr>
          <p:nvPr>
            <p:ph idx="4294967295"/>
          </p:nvPr>
        </p:nvSpPr>
        <p:spPr>
          <a:xfrm>
            <a:off x="0" y="1600200"/>
            <a:ext cx="8229600" cy="4525963"/>
          </a:xfrm>
        </p:spPr>
        <p:txBody>
          <a:bodyPr>
            <a:normAutofit/>
          </a:bodyPr>
          <a:lstStyle/>
          <a:p>
            <a:pPr marL="0" indent="0">
              <a:buNone/>
            </a:pPr>
            <a:endParaRPr lang="en-US" sz="2400" dirty="0"/>
          </a:p>
        </p:txBody>
      </p:sp>
    </p:spTree>
    <p:extLst>
      <p:ext uri="{BB962C8B-B14F-4D97-AF65-F5344CB8AC3E}">
        <p14:creationId xmlns:p14="http://schemas.microsoft.com/office/powerpoint/2010/main" val="2952858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TotalTime>
  <Words>553</Words>
  <Application>Microsoft Office PowerPoint</Application>
  <PresentationFormat>On-screen Show (4:3)</PresentationFormat>
  <Paragraphs>27</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Weather-Based Prediction of Wind Turbine Energy Output</vt:lpstr>
      <vt:lpstr>Problem Statement</vt:lpstr>
      <vt:lpstr>Abstract</vt:lpstr>
      <vt:lpstr>Introduction</vt:lpstr>
      <vt:lpstr>Objectives</vt:lpstr>
      <vt:lpstr>Technology Stack</vt:lpstr>
      <vt:lpstr>Workflow</vt:lpstr>
      <vt:lpstr>Results</vt:lpstr>
      <vt:lpstr>Output Screenshots – 1 (Web Interface)</vt:lpstr>
      <vt:lpstr>Output Screenshots – 2 (Prediction Results)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Nallaturu Bindu swarupa</dc:creator>
  <cp:keywords/>
  <dc:description>generated using python-pptx</dc:description>
  <cp:lastModifiedBy>Nallaturu Bindu swarupa</cp:lastModifiedBy>
  <cp:revision>8</cp:revision>
  <dcterms:created xsi:type="dcterms:W3CDTF">2013-01-27T09:14:16Z</dcterms:created>
  <dcterms:modified xsi:type="dcterms:W3CDTF">2026-02-26T04:44:17Z</dcterms:modified>
  <cp:category/>
</cp:coreProperties>
</file>